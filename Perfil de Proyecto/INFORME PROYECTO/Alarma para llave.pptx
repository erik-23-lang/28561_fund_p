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lacial Indifference" charset="1" panose="00000000000000000000"/>
      <p:regular r:id="rId14"/>
    </p:embeddedFont>
    <p:embeddedFont>
      <p:font typeface="Glacial Indifference Bold" charset="1" panose="00000800000000000000"/>
      <p:regular r:id="rId15"/>
    </p:embeddedFont>
    <p:embeddedFont>
      <p:font typeface="Flatory Slab Condensed" charset="1" panose="00000000000000000000"/>
      <p:regular r:id="rId16"/>
    </p:embeddedFont>
    <p:embeddedFont>
      <p:font typeface="Flatory Slab Condensed Bold" charset="1" panose="00000000000000000000"/>
      <p:regular r:id="rId17"/>
    </p:embeddedFont>
    <p:embeddedFont>
      <p:font typeface="Adirek Slab" charset="1" panose="00000000000000000000"/>
      <p:regular r:id="rId18"/>
    </p:embeddedFont>
    <p:embeddedFont>
      <p:font typeface="Flatory Slab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2806">
            <a:off x="720300" y="6421716"/>
            <a:ext cx="8842272" cy="11861584"/>
          </a:xfrm>
          <a:custGeom>
            <a:avLst/>
            <a:gdLst/>
            <a:ahLst/>
            <a:cxnLst/>
            <a:rect r="r" b="b" t="t" l="l"/>
            <a:pathLst>
              <a:path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501204">
            <a:off x="11046831" y="-5088864"/>
            <a:ext cx="8807178" cy="11814508"/>
          </a:xfrm>
          <a:custGeom>
            <a:avLst/>
            <a:gdLst/>
            <a:ahLst/>
            <a:cxnLst/>
            <a:rect r="r" b="b" t="t" l="l"/>
            <a:pathLst>
              <a:path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571821">
            <a:off x="10628437" y="8363453"/>
            <a:ext cx="5947318" cy="7978109"/>
          </a:xfrm>
          <a:custGeom>
            <a:avLst/>
            <a:gdLst/>
            <a:ahLst/>
            <a:cxnLst/>
            <a:rect r="r" b="b" t="t" l="l"/>
            <a:pathLst>
              <a:path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114765">
            <a:off x="11338196" y="4475591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9" y="0"/>
                </a:lnTo>
                <a:lnTo>
                  <a:pt x="8542939" y="7393524"/>
                </a:lnTo>
                <a:lnTo>
                  <a:pt x="0" y="7393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058328">
            <a:off x="11382629" y="-4075462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318101">
            <a:off x="-3880130" y="5685573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6800871">
            <a:off x="-1930587" y="-2431110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454500" y="6372180"/>
            <a:ext cx="8005127" cy="120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Integrantes: Erik Peña</a:t>
            </a:r>
          </a:p>
          <a:p>
            <a:pPr algn="ctr" marL="0" indent="0" lvl="0">
              <a:lnSpc>
                <a:spcPts val="4808"/>
              </a:lnSpc>
              <a:spcBef>
                <a:spcPct val="0"/>
              </a:spcBef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                  Francisco Freire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28466" y="4083600"/>
            <a:ext cx="8618097" cy="204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7"/>
              </a:lnSpc>
            </a:pPr>
            <a:r>
              <a:rPr lang="en-US" b="true" sz="11898" spc="111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FISICA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27085" y="3199308"/>
            <a:ext cx="10075011" cy="108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84"/>
              </a:lnSpc>
              <a:spcBef>
                <a:spcPct val="0"/>
              </a:spcBef>
            </a:pPr>
            <a:r>
              <a:rPr lang="en-US" sz="6345" spc="59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ALARMA PARA LLAVE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549546" y="-17866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954166" y="2258074"/>
            <a:ext cx="6460548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INTRODUCCIÓN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1375164" y="-1899702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452688">
            <a:off x="10711818" y="2390650"/>
            <a:ext cx="5307090" cy="4789325"/>
          </a:xfrm>
          <a:custGeom>
            <a:avLst/>
            <a:gdLst/>
            <a:ahLst/>
            <a:cxnLst/>
            <a:rect r="r" b="b" t="t" l="l"/>
            <a:pathLst>
              <a:path h="4789325" w="5307090">
                <a:moveTo>
                  <a:pt x="0" y="0"/>
                </a:moveTo>
                <a:lnTo>
                  <a:pt x="5307089" y="0"/>
                </a:lnTo>
                <a:lnTo>
                  <a:pt x="5307089" y="4789325"/>
                </a:lnTo>
                <a:lnTo>
                  <a:pt x="0" y="4789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54166" y="3642990"/>
            <a:ext cx="11339292" cy="629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3729" spc="82">
                <a:solidFill>
                  <a:srgbClr val="152540"/>
                </a:solidFill>
                <a:latin typeface="Flatory Slab Condensed"/>
                <a:ea typeface="Flatory Slab Condensed"/>
                <a:cs typeface="Flatory Slab Condensed"/>
                <a:sym typeface="Flatory Slab Condensed"/>
              </a:rPr>
              <a:t>Localizaciòn del Problema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4166" y="4728163"/>
            <a:ext cx="7510737" cy="423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pèrdida de llaves es una situaciòn frecuente que puede generar estrès, retrasos y pèrdida de tiempo en actividades diarias. Como respuesta a este problema, se desarrollo un programa en C, Utilizando el entorno Code::Blocks que nos ayuda a simular un sistema de localizador de llaves mediante una alarma sonora.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4369" y="4193012"/>
            <a:ext cx="8307816" cy="96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Facilitar la bùsqueda de las llaves mediante una alerta sonora y una bùsqueda guiada.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96701" y="5939769"/>
            <a:ext cx="8307816" cy="96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Crear un sistema que nos permita registrar, consultar, editar y eliminar el historial de bùsqueda.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96701" y="7415520"/>
            <a:ext cx="8307816" cy="145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Aplicar las conocientos adquiridos en Fundamentos de programaciòn para resolver un problema cotidiano de manera facil y sencilla.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3762" y="2685626"/>
            <a:ext cx="8324690" cy="124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Flatory Slab Condensed Bold"/>
                <a:ea typeface="Flatory Slab Condensed Bold"/>
                <a:cs typeface="Flatory Slab Condensed Bold"/>
                <a:sym typeface="Flatory Slab Condensed Bold"/>
              </a:rPr>
              <a:t>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5808" y="1871017"/>
            <a:ext cx="6460548" cy="97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Flatory Slab Condensed"/>
                <a:ea typeface="Flatory Slab Condensed"/>
                <a:cs typeface="Flatory Slab Condensed"/>
                <a:sym typeface="Flatory Slab Condensed"/>
              </a:rPr>
              <a:t>METAS DEL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6399961">
            <a:off x="11329998" y="-1574727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1390242" y="2380539"/>
            <a:ext cx="6238131" cy="62381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6365" t="0" r="-16365" b="0"/>
              </a:stretch>
            </a:blipFill>
            <a:ln w="95250" cap="sq">
              <a:solidFill>
                <a:srgbClr val="D89C6C"/>
              </a:solidFill>
              <a:prstDash val="solid"/>
              <a:miter/>
            </a:ln>
          </p:spPr>
        </p:sp>
      </p:grpSp>
      <p:sp>
        <p:nvSpPr>
          <p:cNvPr name="AutoShape 10" id="10"/>
          <p:cNvSpPr/>
          <p:nvPr/>
        </p:nvSpPr>
        <p:spPr>
          <a:xfrm flipV="true">
            <a:off x="2835837" y="4028847"/>
            <a:ext cx="0" cy="1470758"/>
          </a:xfrm>
          <a:prstGeom prst="line">
            <a:avLst/>
          </a:prstGeom>
          <a:ln cap="flat" w="152400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2835837" y="5752428"/>
            <a:ext cx="0" cy="1470758"/>
          </a:xfrm>
          <a:prstGeom prst="line">
            <a:avLst/>
          </a:prstGeom>
          <a:ln cap="flat" w="152400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2835837" y="7472670"/>
            <a:ext cx="0" cy="1470758"/>
          </a:xfrm>
          <a:prstGeom prst="line">
            <a:avLst/>
          </a:prstGeom>
          <a:ln cap="flat" w="152400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659918">
            <a:off x="-1280839" y="-349510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904222" y="3693985"/>
            <a:ext cx="770662" cy="18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b="true" sz="10827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04222" y="5417566"/>
            <a:ext cx="770662" cy="18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b="true" sz="10827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4222" y="7137809"/>
            <a:ext cx="770662" cy="18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b="true" sz="10827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9620" y="705199"/>
            <a:ext cx="8324690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0950" y="-2033784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151301">
            <a:off x="11164674" y="6546853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2784585" y="4159659"/>
            <a:ext cx="4474715" cy="4186037"/>
            <a:chOff x="0" y="0"/>
            <a:chExt cx="997323" cy="9329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7323" cy="932983"/>
            </a:xfrm>
            <a:custGeom>
              <a:avLst/>
              <a:gdLst/>
              <a:ahLst/>
              <a:cxnLst/>
              <a:rect r="r" b="b" t="t" l="l"/>
              <a:pathLst>
                <a:path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9870" y="4159659"/>
            <a:ext cx="4474715" cy="4186037"/>
            <a:chOff x="0" y="0"/>
            <a:chExt cx="997323" cy="932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7323" cy="932983"/>
            </a:xfrm>
            <a:custGeom>
              <a:avLst/>
              <a:gdLst/>
              <a:ahLst/>
              <a:cxnLst/>
              <a:rect r="r" b="b" t="t" l="l"/>
              <a:pathLst>
                <a:path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50526" y="4159659"/>
            <a:ext cx="4474715" cy="4186037"/>
            <a:chOff x="0" y="0"/>
            <a:chExt cx="997323" cy="932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7323" cy="932983"/>
            </a:xfrm>
            <a:custGeom>
              <a:avLst/>
              <a:gdLst/>
              <a:ahLst/>
              <a:cxnLst/>
              <a:rect r="r" b="b" t="t" l="l"/>
              <a:pathLst>
                <a:path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2784585" y="4159659"/>
            <a:ext cx="4474715" cy="1033825"/>
          </a:xfrm>
          <a:custGeom>
            <a:avLst/>
            <a:gdLst/>
            <a:ahLst/>
            <a:cxnLst/>
            <a:rect r="r" b="b" t="t" l="l"/>
            <a:pathLst>
              <a:path h="1033825" w="447471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7969870" y="4159659"/>
            <a:ext cx="4474715" cy="1033825"/>
          </a:xfrm>
          <a:custGeom>
            <a:avLst/>
            <a:gdLst/>
            <a:ahLst/>
            <a:cxnLst/>
            <a:rect r="r" b="b" t="t" l="l"/>
            <a:pathLst>
              <a:path h="1033825" w="447471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3150526" y="4159659"/>
            <a:ext cx="4474715" cy="1033825"/>
          </a:xfrm>
          <a:custGeom>
            <a:avLst/>
            <a:gdLst/>
            <a:ahLst/>
            <a:cxnLst/>
            <a:rect r="r" b="b" t="t" l="l"/>
            <a:pathLst>
              <a:path h="1033825" w="447471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074935" y="1166649"/>
            <a:ext cx="8184365" cy="141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79"/>
              </a:lnSpc>
            </a:pPr>
            <a:r>
              <a:rPr lang="en-US" b="true" sz="8271" spc="777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ALCANCE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23549" y="4379742"/>
            <a:ext cx="3596786" cy="6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Arduino Digital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02778" y="4379742"/>
            <a:ext cx="3804269" cy="6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Code::Blocks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89490" y="4379742"/>
            <a:ext cx="3596786" cy="6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Pseint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29268" y="5695427"/>
            <a:ext cx="3898551" cy="21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sz="2483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Herramienta utilizada para simular una alarma que emite una alerta sonora para facilitar la localizaciòn de llaves.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44652" y="5895499"/>
            <a:ext cx="3898551" cy="173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sz="2483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Herramiente utilizada para escribir, compilar y ejecutar el programa en lenguaje C.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38608" y="5457600"/>
            <a:ext cx="3898551" cy="21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sz="2483" spc="54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Herramienta utilizada para diseñar el pseudocòdigo y organizar la lògica del programa antes de pasarlo a lenguaje C.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3326" y="711339"/>
            <a:ext cx="9817265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METODOLOGIA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822075" y="-1502659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527586">
            <a:off x="13001481" y="-1458439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3112837" y="-165991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521968">
            <a:off x="-1446845" y="6661589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063511" y="3519255"/>
            <a:ext cx="1075359" cy="1178182"/>
          </a:xfrm>
          <a:custGeom>
            <a:avLst/>
            <a:gdLst/>
            <a:ahLst/>
            <a:cxnLst/>
            <a:rect r="r" b="b" t="t" l="l"/>
            <a:pathLst>
              <a:path h="1178182" w="1075359">
                <a:moveTo>
                  <a:pt x="0" y="0"/>
                </a:moveTo>
                <a:lnTo>
                  <a:pt x="1075358" y="0"/>
                </a:lnTo>
                <a:lnTo>
                  <a:pt x="1075358" y="1178182"/>
                </a:lnTo>
                <a:lnTo>
                  <a:pt x="0" y="11781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262214" y="5070306"/>
            <a:ext cx="2677953" cy="601913"/>
            <a:chOff x="0" y="0"/>
            <a:chExt cx="812800" cy="182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Investigación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44355" y="5070306"/>
            <a:ext cx="2677953" cy="601913"/>
            <a:chOff x="0" y="0"/>
            <a:chExt cx="812800" cy="182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Diseño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32783" y="5070306"/>
            <a:ext cx="2677953" cy="601913"/>
            <a:chOff x="0" y="0"/>
            <a:chExt cx="812800" cy="1826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Pruebas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46350" y="5070306"/>
            <a:ext cx="2677953" cy="601913"/>
            <a:chOff x="0" y="0"/>
            <a:chExt cx="812800" cy="182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Análisis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010569" y="5070306"/>
            <a:ext cx="2677953" cy="601913"/>
            <a:chOff x="0" y="0"/>
            <a:chExt cx="812800" cy="1826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Implementación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370139" y="3519255"/>
            <a:ext cx="1030373" cy="1178182"/>
          </a:xfrm>
          <a:custGeom>
            <a:avLst/>
            <a:gdLst/>
            <a:ahLst/>
            <a:cxnLst/>
            <a:rect r="r" b="b" t="t" l="l"/>
            <a:pathLst>
              <a:path h="1178182" w="1030373">
                <a:moveTo>
                  <a:pt x="0" y="0"/>
                </a:moveTo>
                <a:lnTo>
                  <a:pt x="1030374" y="0"/>
                </a:lnTo>
                <a:lnTo>
                  <a:pt x="1030374" y="1178182"/>
                </a:lnTo>
                <a:lnTo>
                  <a:pt x="0" y="11781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5171434" y="3678644"/>
            <a:ext cx="1088652" cy="1088652"/>
          </a:xfrm>
          <a:custGeom>
            <a:avLst/>
            <a:gdLst/>
            <a:ahLst/>
            <a:cxnLst/>
            <a:rect r="r" b="b" t="t" l="l"/>
            <a:pathLst>
              <a:path h="1088652" w="1088652">
                <a:moveTo>
                  <a:pt x="0" y="0"/>
                </a:moveTo>
                <a:lnTo>
                  <a:pt x="1088651" y="0"/>
                </a:lnTo>
                <a:lnTo>
                  <a:pt x="1088651" y="1088652"/>
                </a:lnTo>
                <a:lnTo>
                  <a:pt x="0" y="1088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1987102" y="3631619"/>
            <a:ext cx="1135677" cy="1135677"/>
          </a:xfrm>
          <a:custGeom>
            <a:avLst/>
            <a:gdLst/>
            <a:ahLst/>
            <a:cxnLst/>
            <a:rect r="r" b="b" t="t" l="l"/>
            <a:pathLst>
              <a:path h="1135677" w="1135677">
                <a:moveTo>
                  <a:pt x="0" y="0"/>
                </a:moveTo>
                <a:lnTo>
                  <a:pt x="1135677" y="0"/>
                </a:lnTo>
                <a:lnTo>
                  <a:pt x="1135677" y="1135677"/>
                </a:lnTo>
                <a:lnTo>
                  <a:pt x="0" y="11356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8448388" y="3678644"/>
            <a:ext cx="1135677" cy="1135677"/>
          </a:xfrm>
          <a:custGeom>
            <a:avLst/>
            <a:gdLst/>
            <a:ahLst/>
            <a:cxnLst/>
            <a:rect r="r" b="b" t="t" l="l"/>
            <a:pathLst>
              <a:path h="1135677" w="1135677">
                <a:moveTo>
                  <a:pt x="0" y="0"/>
                </a:moveTo>
                <a:lnTo>
                  <a:pt x="1135677" y="0"/>
                </a:lnTo>
                <a:lnTo>
                  <a:pt x="1135677" y="1135677"/>
                </a:lnTo>
                <a:lnTo>
                  <a:pt x="0" y="11356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2207178" y="2772507"/>
            <a:ext cx="8115130" cy="57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4"/>
              </a:lnSpc>
            </a:pPr>
            <a:r>
              <a:rPr lang="en-US" sz="3382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Planificaciòn detallada del desarrollo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236622" y="1858728"/>
            <a:ext cx="14737161" cy="89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18"/>
              </a:lnSpc>
              <a:spcBef>
                <a:spcPct val="0"/>
              </a:spcBef>
            </a:pPr>
            <a:r>
              <a:rPr lang="en-US" b="true" sz="5227" spc="491">
                <a:solidFill>
                  <a:srgbClr val="152540"/>
                </a:solidFill>
                <a:latin typeface="Flatory Slab Condensed Bold"/>
                <a:ea typeface="Flatory Slab Condensed Bold"/>
                <a:cs typeface="Flatory Slab Condensed Bold"/>
                <a:sym typeface="Flatory Slab Condensed Bold"/>
              </a:rPr>
              <a:t>MARCO DE TRABAJO 5W+2H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8871" y="6235335"/>
            <a:ext cx="3115840" cy="21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b="true" sz="2483" spc="54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 analizo el problema de la pèrdida de llabes y las necesidades de nuestro usuario.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58343" y="6104007"/>
            <a:ext cx="3026832" cy="21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b="true" sz="2483" spc="54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 verifico el funionamiento del sistema, comprobando su eficiencia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83375" y="6197806"/>
            <a:ext cx="3125628" cy="261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b="true" sz="2483" spc="54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 desarrollò un programa en Lenguaje C mediante Code::Blocks y se integrò con Arduino.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16375" y="6197806"/>
            <a:ext cx="3199702" cy="21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b="true" sz="2483" spc="54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 elaborò un pseudocòdigo y la estructura del sistema utilizando PSEINT.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76903" y="6197806"/>
            <a:ext cx="3339472" cy="21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b="true" sz="2483" spc="54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 definieron los requisitos y las funciones que debe cumplir nuestro programa.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98399">
            <a:off x="13324647" y="1268196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-3058152" y="-8142817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4115376" y="7854336"/>
            <a:ext cx="6232665" cy="2482307"/>
            <a:chOff x="0" y="0"/>
            <a:chExt cx="2019680" cy="804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9680" cy="804386"/>
            </a:xfrm>
            <a:custGeom>
              <a:avLst/>
              <a:gdLst/>
              <a:ahLst/>
              <a:cxnLst/>
              <a:rect r="r" b="b" t="t" l="l"/>
              <a:pathLst>
                <a:path h="804386" w="2019680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755942"/>
                  </a:lnTo>
                  <a:cubicBezTo>
                    <a:pt x="2019680" y="782696"/>
                    <a:pt x="1997991" y="804386"/>
                    <a:pt x="1971236" y="804386"/>
                  </a:cubicBezTo>
                  <a:lnTo>
                    <a:pt x="48444" y="804386"/>
                  </a:lnTo>
                  <a:cubicBezTo>
                    <a:pt x="21689" y="804386"/>
                    <a:pt x="0" y="782696"/>
                    <a:pt x="0" y="755942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019680" cy="79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991068" y="7781422"/>
            <a:ext cx="6232665" cy="2470629"/>
            <a:chOff x="0" y="0"/>
            <a:chExt cx="2019680" cy="8006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9680" cy="800601"/>
            </a:xfrm>
            <a:custGeom>
              <a:avLst/>
              <a:gdLst/>
              <a:ahLst/>
              <a:cxnLst/>
              <a:rect r="r" b="b" t="t" l="l"/>
              <a:pathLst>
                <a:path h="800601" w="2019680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752157"/>
                  </a:lnTo>
                  <a:cubicBezTo>
                    <a:pt x="2019680" y="778912"/>
                    <a:pt x="1997991" y="800601"/>
                    <a:pt x="1971236" y="800601"/>
                  </a:cubicBezTo>
                  <a:lnTo>
                    <a:pt x="48444" y="800601"/>
                  </a:lnTo>
                  <a:cubicBezTo>
                    <a:pt x="21689" y="800601"/>
                    <a:pt x="0" y="778912"/>
                    <a:pt x="0" y="752157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019680" cy="791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455262" y="8648011"/>
            <a:ext cx="5651059" cy="83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Ediciòn y eliminaciòn del historial de bùsqueda.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9961243">
            <a:off x="12217193" y="-3026777"/>
            <a:ext cx="10084214" cy="8727429"/>
          </a:xfrm>
          <a:custGeom>
            <a:avLst/>
            <a:gdLst/>
            <a:ahLst/>
            <a:cxnLst/>
            <a:rect r="r" b="b" t="t" l="l"/>
            <a:pathLst>
              <a:path h="8727429" w="10084214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-976001">
            <a:off x="-3803676" y="6510135"/>
            <a:ext cx="9228681" cy="7987004"/>
          </a:xfrm>
          <a:custGeom>
            <a:avLst/>
            <a:gdLst/>
            <a:ahLst/>
            <a:cxnLst/>
            <a:rect r="r" b="b" t="t" l="l"/>
            <a:pathLst>
              <a:path h="7987004" w="9228681">
                <a:moveTo>
                  <a:pt x="0" y="0"/>
                </a:moveTo>
                <a:lnTo>
                  <a:pt x="9228681" y="0"/>
                </a:lnTo>
                <a:lnTo>
                  <a:pt x="9228681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29296" y="914400"/>
            <a:ext cx="10150469" cy="97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Adirek Slab"/>
                <a:ea typeface="Adirek Slab"/>
                <a:cs typeface="Adirek Slab"/>
                <a:sym typeface="Adirek Slab"/>
              </a:rPr>
              <a:t>RESULTADOS ESPERADOS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81871" y="8569257"/>
            <a:ext cx="5651059" cy="83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Una aplicaciòn practica de la programaciòn en 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8680" y="6686502"/>
            <a:ext cx="5522143" cy="55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b="true" sz="3254" spc="1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Diseño de interiores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64401" y="6722764"/>
            <a:ext cx="4561302" cy="55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b="true" sz="3254" spc="1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Decoración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508742" y="-128081"/>
            <a:ext cx="8324690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RESULTADOS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15518" y="4850735"/>
            <a:ext cx="6232665" cy="2391283"/>
            <a:chOff x="0" y="0"/>
            <a:chExt cx="2019680" cy="7748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9680" cy="774889"/>
            </a:xfrm>
            <a:custGeom>
              <a:avLst/>
              <a:gdLst/>
              <a:ahLst/>
              <a:cxnLst/>
              <a:rect r="r" b="b" t="t" l="l"/>
              <a:pathLst>
                <a:path h="774889" w="2019680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726445"/>
                  </a:lnTo>
                  <a:cubicBezTo>
                    <a:pt x="2019680" y="753200"/>
                    <a:pt x="1997991" y="774889"/>
                    <a:pt x="1971236" y="774889"/>
                  </a:cubicBezTo>
                  <a:lnTo>
                    <a:pt x="48444" y="774889"/>
                  </a:lnTo>
                  <a:cubicBezTo>
                    <a:pt x="21689" y="774889"/>
                    <a:pt x="0" y="753200"/>
                    <a:pt x="0" y="726445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019680" cy="765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88198" y="4846360"/>
            <a:ext cx="6232665" cy="2431920"/>
            <a:chOff x="0" y="0"/>
            <a:chExt cx="2019680" cy="7880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9680" cy="788058"/>
            </a:xfrm>
            <a:custGeom>
              <a:avLst/>
              <a:gdLst/>
              <a:ahLst/>
              <a:cxnLst/>
              <a:rect r="r" b="b" t="t" l="l"/>
              <a:pathLst>
                <a:path h="788058" w="2019680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739614"/>
                  </a:lnTo>
                  <a:cubicBezTo>
                    <a:pt x="2019680" y="766369"/>
                    <a:pt x="1997991" y="788058"/>
                    <a:pt x="1971236" y="788058"/>
                  </a:cubicBezTo>
                  <a:lnTo>
                    <a:pt x="48444" y="788058"/>
                  </a:lnTo>
                  <a:cubicBezTo>
                    <a:pt x="21689" y="788058"/>
                    <a:pt x="0" y="766369"/>
                    <a:pt x="0" y="739614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019680" cy="778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94603" y="1883273"/>
            <a:ext cx="6232665" cy="2610662"/>
            <a:chOff x="0" y="0"/>
            <a:chExt cx="2019680" cy="8459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9680" cy="845979"/>
            </a:xfrm>
            <a:custGeom>
              <a:avLst/>
              <a:gdLst/>
              <a:ahLst/>
              <a:cxnLst/>
              <a:rect r="r" b="b" t="t" l="l"/>
              <a:pathLst>
                <a:path h="845979" w="2019680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797535"/>
                  </a:lnTo>
                  <a:cubicBezTo>
                    <a:pt x="2019680" y="824290"/>
                    <a:pt x="1997991" y="845979"/>
                    <a:pt x="1971236" y="845979"/>
                  </a:cubicBezTo>
                  <a:lnTo>
                    <a:pt x="48444" y="845979"/>
                  </a:lnTo>
                  <a:cubicBezTo>
                    <a:pt x="21689" y="845979"/>
                    <a:pt x="0" y="824290"/>
                    <a:pt x="0" y="797535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019680" cy="836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7270" y="1893915"/>
            <a:ext cx="6232665" cy="2600020"/>
            <a:chOff x="0" y="0"/>
            <a:chExt cx="2019680" cy="8425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19680" cy="842530"/>
            </a:xfrm>
            <a:custGeom>
              <a:avLst/>
              <a:gdLst/>
              <a:ahLst/>
              <a:cxnLst/>
              <a:rect r="r" b="b" t="t" l="l"/>
              <a:pathLst>
                <a:path h="842530" w="2019680">
                  <a:moveTo>
                    <a:pt x="48444" y="0"/>
                  </a:moveTo>
                  <a:lnTo>
                    <a:pt x="1971236" y="0"/>
                  </a:lnTo>
                  <a:cubicBezTo>
                    <a:pt x="1984084" y="0"/>
                    <a:pt x="1996406" y="5104"/>
                    <a:pt x="2005491" y="14189"/>
                  </a:cubicBezTo>
                  <a:cubicBezTo>
                    <a:pt x="2014576" y="23274"/>
                    <a:pt x="2019680" y="35596"/>
                    <a:pt x="2019680" y="48444"/>
                  </a:cubicBezTo>
                  <a:lnTo>
                    <a:pt x="2019680" y="794086"/>
                  </a:lnTo>
                  <a:cubicBezTo>
                    <a:pt x="2019680" y="820841"/>
                    <a:pt x="1997991" y="842530"/>
                    <a:pt x="1971236" y="842530"/>
                  </a:cubicBezTo>
                  <a:lnTo>
                    <a:pt x="48444" y="842530"/>
                  </a:lnTo>
                  <a:cubicBezTo>
                    <a:pt x="21689" y="842530"/>
                    <a:pt x="0" y="820841"/>
                    <a:pt x="0" y="794086"/>
                  </a:cubicBezTo>
                  <a:lnTo>
                    <a:pt x="0" y="48444"/>
                  </a:lnTo>
                  <a:cubicBezTo>
                    <a:pt x="0" y="21689"/>
                    <a:pt x="21689" y="0"/>
                    <a:pt x="48444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09550"/>
              <a:ext cx="2019680" cy="1052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15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106321" y="5614841"/>
            <a:ext cx="5651059" cy="83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 registro automàtico de las bùsquedas.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54218" y="5614841"/>
            <a:ext cx="4700624" cy="83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Activacìon correcta de la alarma sonora.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54858" y="2741125"/>
            <a:ext cx="4476993" cy="83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Localizaciòn ràpida de las llaves.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2741125"/>
            <a:ext cx="4952210" cy="83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 spc="5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 programa funcional y fàcil de usar.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203" y="2107658"/>
            <a:ext cx="3856388" cy="63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4"/>
              </a:lnSpc>
            </a:pPr>
            <a:r>
              <a:rPr lang="en-US" b="true" sz="3682" spc="81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557" y="674900"/>
            <a:ext cx="16514848" cy="95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8"/>
              </a:lnSpc>
            </a:pPr>
            <a:r>
              <a:rPr lang="en-US" b="true" sz="5527" spc="519">
                <a:solidFill>
                  <a:srgbClr val="253754"/>
                </a:solidFill>
                <a:latin typeface="Flatory Slab Bold"/>
                <a:ea typeface="Flatory Slab Bold"/>
                <a:cs typeface="Flatory Slab Bold"/>
                <a:sym typeface="Flatory Slab Bold"/>
              </a:rPr>
              <a:t>CONCLUSIONES Y RECOMENDACIONES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3283" y="3273650"/>
            <a:ext cx="4904658" cy="524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5873" indent="-267936" lvl="1">
              <a:lnSpc>
                <a:spcPts val="3474"/>
              </a:lnSpc>
              <a:buFont typeface="Arial"/>
              <a:buChar char="•"/>
            </a:pPr>
            <a:r>
              <a:rPr lang="en-US" sz="2482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logro desarrolar un sistema funcional que facilito la busqueda de las llaves.</a:t>
            </a:r>
          </a:p>
          <a:p>
            <a:pPr algn="l" marL="535873" indent="-267936" lvl="1">
              <a:lnSpc>
                <a:spcPts val="3474"/>
              </a:lnSpc>
              <a:buFont typeface="Arial"/>
              <a:buChar char="•"/>
            </a:pPr>
            <a:r>
              <a:rPr lang="en-US" sz="2482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aplico los conocimientos adquiridos en programaciòn para una soluciòn practica.</a:t>
            </a:r>
          </a:p>
          <a:p>
            <a:pPr algn="l" marL="535873" indent="-267936" lvl="1">
              <a:lnSpc>
                <a:spcPts val="3474"/>
              </a:lnSpc>
              <a:buFont typeface="Arial"/>
              <a:buChar char="•"/>
            </a:pPr>
            <a:r>
              <a:rPr lang="en-US" sz="2482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sistema represento ser econòmico y sencillo para el usuario.</a:t>
            </a:r>
          </a:p>
          <a:p>
            <a:pPr algn="l" marL="535873" indent="-267936" lvl="1">
              <a:lnSpc>
                <a:spcPts val="3474"/>
              </a:lnSpc>
              <a:buFont typeface="Arial"/>
              <a:buChar char="•"/>
            </a:pPr>
            <a:r>
              <a:rPr lang="en-US" sz="2482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demostrò una gran utilidad para resolver problemas cotidianos.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93998" y="8734875"/>
            <a:ext cx="2476208" cy="3212062"/>
          </a:xfrm>
          <a:custGeom>
            <a:avLst/>
            <a:gdLst/>
            <a:ahLst/>
            <a:cxnLst/>
            <a:rect r="r" b="b" t="t" l="l"/>
            <a:pathLst>
              <a:path h="3212062" w="2476208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504203" y="1786630"/>
            <a:ext cx="6571261" cy="7205063"/>
            <a:chOff x="0" y="0"/>
            <a:chExt cx="1464601" cy="1605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601" cy="1605863"/>
            </a:xfrm>
            <a:custGeom>
              <a:avLst/>
              <a:gdLst/>
              <a:ahLst/>
              <a:cxnLst/>
              <a:rect r="r" b="b" t="t" l="l"/>
              <a:pathLst>
                <a:path h="1605863" w="1464601">
                  <a:moveTo>
                    <a:pt x="69511" y="0"/>
                  </a:moveTo>
                  <a:lnTo>
                    <a:pt x="1395090" y="0"/>
                  </a:lnTo>
                  <a:cubicBezTo>
                    <a:pt x="1433480" y="0"/>
                    <a:pt x="1464601" y="31121"/>
                    <a:pt x="1464601" y="69511"/>
                  </a:cubicBezTo>
                  <a:lnTo>
                    <a:pt x="1464601" y="1536352"/>
                  </a:lnTo>
                  <a:cubicBezTo>
                    <a:pt x="1464601" y="1574742"/>
                    <a:pt x="1433480" y="1605863"/>
                    <a:pt x="1395090" y="1605863"/>
                  </a:cubicBezTo>
                  <a:lnTo>
                    <a:pt x="69511" y="1605863"/>
                  </a:lnTo>
                  <a:cubicBezTo>
                    <a:pt x="31121" y="1605863"/>
                    <a:pt x="0" y="1574742"/>
                    <a:pt x="0" y="1536352"/>
                  </a:cubicBezTo>
                  <a:lnTo>
                    <a:pt x="0" y="69511"/>
                  </a:lnTo>
                  <a:cubicBezTo>
                    <a:pt x="0" y="31121"/>
                    <a:pt x="31121" y="0"/>
                    <a:pt x="69511" y="0"/>
                  </a:cubicBezTo>
                  <a:close/>
                </a:path>
              </a:pathLst>
            </a:custGeom>
            <a:ln w="38100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464601" cy="1596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01876" y="1786630"/>
            <a:ext cx="6571261" cy="7205063"/>
            <a:chOff x="0" y="0"/>
            <a:chExt cx="1464601" cy="16058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601" cy="1605863"/>
            </a:xfrm>
            <a:custGeom>
              <a:avLst/>
              <a:gdLst/>
              <a:ahLst/>
              <a:cxnLst/>
              <a:rect r="r" b="b" t="t" l="l"/>
              <a:pathLst>
                <a:path h="1605863" w="1464601">
                  <a:moveTo>
                    <a:pt x="69511" y="0"/>
                  </a:moveTo>
                  <a:lnTo>
                    <a:pt x="1395090" y="0"/>
                  </a:lnTo>
                  <a:cubicBezTo>
                    <a:pt x="1433480" y="0"/>
                    <a:pt x="1464601" y="31121"/>
                    <a:pt x="1464601" y="69511"/>
                  </a:cubicBezTo>
                  <a:lnTo>
                    <a:pt x="1464601" y="1536352"/>
                  </a:lnTo>
                  <a:cubicBezTo>
                    <a:pt x="1464601" y="1574742"/>
                    <a:pt x="1433480" y="1605863"/>
                    <a:pt x="1395090" y="1605863"/>
                  </a:cubicBezTo>
                  <a:lnTo>
                    <a:pt x="69511" y="1605863"/>
                  </a:lnTo>
                  <a:cubicBezTo>
                    <a:pt x="31121" y="1605863"/>
                    <a:pt x="0" y="1574742"/>
                    <a:pt x="0" y="1536352"/>
                  </a:cubicBezTo>
                  <a:lnTo>
                    <a:pt x="0" y="69511"/>
                  </a:lnTo>
                  <a:cubicBezTo>
                    <a:pt x="0" y="31121"/>
                    <a:pt x="31121" y="0"/>
                    <a:pt x="69511" y="0"/>
                  </a:cubicBezTo>
                  <a:close/>
                </a:path>
              </a:pathLst>
            </a:custGeom>
            <a:ln w="38100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464601" cy="1596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31185" y="2107658"/>
            <a:ext cx="4499329" cy="63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4"/>
              </a:lnSpc>
            </a:pPr>
            <a:r>
              <a:rPr lang="en-US" b="true" sz="3682" spc="81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Recomendaciones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31185" y="3273650"/>
            <a:ext cx="4904658" cy="392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5873" indent="-267936" lvl="1">
              <a:lnSpc>
                <a:spcPts val="3474"/>
              </a:lnSpc>
              <a:buFont typeface="Arial"/>
              <a:buChar char="•"/>
            </a:pPr>
            <a:r>
              <a:rPr lang="en-US" sz="2482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Hacer un diseño del dipositivo para aumentar su comodidad de uso.</a:t>
            </a:r>
          </a:p>
          <a:p>
            <a:pPr algn="l" marL="535873" indent="-267936" lvl="1">
              <a:lnSpc>
                <a:spcPts val="3474"/>
              </a:lnSpc>
              <a:buFont typeface="Arial"/>
              <a:buChar char="•"/>
            </a:pPr>
            <a:r>
              <a:rPr lang="en-US" sz="2482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Realizar pruebas contanstes para mejorar el funcionamiento del sistema.</a:t>
            </a:r>
          </a:p>
          <a:p>
            <a:pPr algn="l" marL="535873" indent="-267936" lvl="1">
              <a:lnSpc>
                <a:spcPts val="3474"/>
              </a:lnSpc>
              <a:buFont typeface="Arial"/>
              <a:buChar char="•"/>
            </a:pPr>
            <a:r>
              <a:rPr lang="en-US" sz="2482" spc="5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Intentar incoporar nuevas tecnologias para ampliar las funciones del sistema.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5400000">
            <a:off x="-2542590" y="6003956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-9649758">
            <a:off x="13440866" y="-2577085"/>
            <a:ext cx="10084214" cy="8727429"/>
          </a:xfrm>
          <a:custGeom>
            <a:avLst/>
            <a:gdLst/>
            <a:ahLst/>
            <a:cxnLst/>
            <a:rect r="r" b="b" t="t" l="l"/>
            <a:pathLst>
              <a:path h="8727429" w="10084214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2716" y="2685357"/>
            <a:ext cx="9062195" cy="449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31"/>
              </a:lnSpc>
            </a:pPr>
            <a:r>
              <a:rPr lang="en-US" b="true" sz="12950" spc="1217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MUCHAS GRACIAS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478627" y="1685723"/>
            <a:ext cx="0" cy="6915554"/>
          </a:xfrm>
          <a:prstGeom prst="line">
            <a:avLst/>
          </a:prstGeom>
          <a:ln cap="flat" w="66675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8502801" y="331078"/>
            <a:ext cx="10116277" cy="9454121"/>
          </a:xfrm>
          <a:custGeom>
            <a:avLst/>
            <a:gdLst/>
            <a:ahLst/>
            <a:cxnLst/>
            <a:rect r="r" b="b" t="t" l="l"/>
            <a:pathLst>
              <a:path h="9454121" w="10116277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DAHPlogmbdY</dc:identifier>
  <dcterms:modified xsi:type="dcterms:W3CDTF">2011-08-01T06:04:30Z</dcterms:modified>
  <cp:revision>1</cp:revision>
  <dc:title>Alarma para llave</dc:title>
</cp:coreProperties>
</file>